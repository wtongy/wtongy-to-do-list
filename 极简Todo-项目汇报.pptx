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49ee6b6b29954605" Type="http://schemas.openxmlformats.org/package/2006/relationships/metadata/core-properties" Target="docProps/core.xml"/><Relationship Id="R59b60a97107a4fa8" Type="http://schemas.openxmlformats.org/officeDocument/2006/relationships/officeDocument" Target="ppt/presentation.xml"/><Relationship Id="R6f107d116fae40b8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bd33b85f5e43a2"/>
  </p:sldMasterIdLst>
  <p:notesMasterIdLst>
    <p:notesMasterId xmlns:r="http://schemas.openxmlformats.org/officeDocument/2006/relationships" r:id="R45821a13565141eb"/>
  </p:notesMasterIdLst>
  <p:sldIdLst>
    <p:sldId xmlns:r="http://schemas.openxmlformats.org/officeDocument/2006/relationships" id="256" r:id="R35409bf93bf34804"/>
    <p:sldId xmlns:r="http://schemas.openxmlformats.org/officeDocument/2006/relationships" id="257" r:id="R8e470776314f4bb5"/>
    <p:sldId xmlns:r="http://schemas.openxmlformats.org/officeDocument/2006/relationships" id="258" r:id="R69fb9d7f32944c49"/>
    <p:sldId xmlns:r="http://schemas.openxmlformats.org/officeDocument/2006/relationships" id="259" r:id="Rc2b3fe4ab4384df2"/>
    <p:sldId xmlns:r="http://schemas.openxmlformats.org/officeDocument/2006/relationships" id="260" r:id="Rf92c84dbd62641fd"/>
    <p:sldId xmlns:r="http://schemas.openxmlformats.org/officeDocument/2006/relationships" id="261" r:id="R2d15490374994b7a"/>
    <p:sldId xmlns:r="http://schemas.openxmlformats.org/officeDocument/2006/relationships" id="262" r:id="R04676054b45041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4676054b4504113" Type="http://schemas.openxmlformats.org/officeDocument/2006/relationships/slide" Target="slides/slide7.xml"/><Relationship Id="R08c39bea7b41434b" Type="http://schemas.openxmlformats.org/officeDocument/2006/relationships/presProps" Target="presProps.xml"/><Relationship Id="R1abd10a2830d4756" Type="http://schemas.openxmlformats.org/officeDocument/2006/relationships/viewProps" Target="viewProps.xml"/><Relationship Id="R2d15490374994b7a" Type="http://schemas.openxmlformats.org/officeDocument/2006/relationships/slide" Target="slides/slide6.xml"/><Relationship Id="R35409bf93bf34804" Type="http://schemas.openxmlformats.org/officeDocument/2006/relationships/slide" Target="slides/slide1.xml"/><Relationship Id="R45821a13565141eb" Type="http://schemas.openxmlformats.org/officeDocument/2006/relationships/notesMaster" Target="notesMasters/notesMaster1.xml"/><Relationship Id="R69fb9d7f32944c49" Type="http://schemas.openxmlformats.org/officeDocument/2006/relationships/slide" Target="slides/slide3.xml"/><Relationship Id="R8abd33b85f5e43a2" Type="http://schemas.openxmlformats.org/officeDocument/2006/relationships/slideMaster" Target="slideMasters/slideMaster1.xml"/><Relationship Id="R8e470776314f4bb5" Type="http://schemas.openxmlformats.org/officeDocument/2006/relationships/slide" Target="slides/slide2.xml"/><Relationship Id="Rc2b3fe4ab4384df2" Type="http://schemas.openxmlformats.org/officeDocument/2006/relationships/slide" Target="slides/slide4.xml"/><Relationship Id="Rccb0226192284b58" Type="http://schemas.openxmlformats.org/officeDocument/2006/relationships/tableStyles" Target="tableStyles.xml"/><Relationship Id="Rf26a5907c0da4425" Type="http://schemas.openxmlformats.org/officeDocument/2006/relationships/theme" Target="theme/theme1.xml"/><Relationship Id="Rf92c84dbd62641fd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ceef507f712d4ce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eaeca2fb39504ca8" Type="http://schemas.openxmlformats.org/officeDocument/2006/relationships/notesMaster" Target="../notesMasters/notesMaster1.xml"/><Relationship Id="Rebb37f723c584a2b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e0132d045024357" Type="http://schemas.openxmlformats.org/officeDocument/2006/relationships/slide" Target="../slides/slide2.xml"/><Relationship Id="Rc033fb00eae3473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09e5c839eb24e5c" Type="http://schemas.openxmlformats.org/officeDocument/2006/relationships/notesMaster" Target="../notesMasters/notesMaster1.xml"/><Relationship Id="Rb9b25501d9a443d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507372fe6987472e" Type="http://schemas.openxmlformats.org/officeDocument/2006/relationships/slide" Target="../slides/slide4.xml"/><Relationship Id="R83f53cff30d9491a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ac2c0e2860b4ede" Type="http://schemas.openxmlformats.org/officeDocument/2006/relationships/notesMaster" Target="../notesMasters/notesMaster1.xml"/><Relationship Id="Rd9641a48779b4b7f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80c8e6c95df4c42" Type="http://schemas.openxmlformats.org/officeDocument/2006/relationships/slide" Target="../slides/slide6.xml"/><Relationship Id="Ra8757ed85956478e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bc603d4a434c44a0" Type="http://schemas.openxmlformats.org/officeDocument/2006/relationships/notesMaster" Target="../notesMasters/notesMaster1.xml"/><Relationship Id="Rfd0924387ab4408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35f41ccf3b341b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eda5e748c114101" Type="http://schemas.openxmlformats.org/officeDocument/2006/relationships/slideLayout" Target="../slideLayouts/slideLayout1.xml"/><Relationship Id="Ra843af90aed84c54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da5e748c1141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998045b93094da8" Type="http://schemas.openxmlformats.org/officeDocument/2006/relationships/slideLayout" Target="../slideLayouts/slideLayout1.xml"/><Relationship Id="R6f2a8d3cdf7d469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51438f397c524c6f" Type="http://schemas.openxmlformats.org/officeDocument/2006/relationships/slideLayout" Target="../slideLayouts/slideLayout1.xml"/><Relationship Id="R65c6c9f138cd41ca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8e5ae2f52bb44af1" Type="http://schemas.openxmlformats.org/officeDocument/2006/relationships/slideLayout" Target="../slideLayouts/slideLayout1.xml"/><Relationship Id="Rcaf2ecb076984fb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ad401fa69d64cfd" Type="http://schemas.openxmlformats.org/officeDocument/2006/relationships/notesSlide" Target="../notesSlides/notesSlide4.xml"/><Relationship Id="R7dfd7e19dc7b4d26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6fc7930ee4c4c51" Type="http://schemas.openxmlformats.org/officeDocument/2006/relationships/slideLayout" Target="../slideLayouts/slideLayout1.xml"/><Relationship Id="R28f06873b41e4f3a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cea8974027ac480a" Type="http://schemas.openxmlformats.org/officeDocument/2006/relationships/notesSlide" Target="../notesSlides/notesSlide6.xml"/><Relationship Id="Rf62d81edf663487b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84415d0e457340c5" Type="http://schemas.openxmlformats.org/officeDocument/2006/relationships/notesSlide" Target="../notesSlides/notesSlide7.xml"/><Relationship Id="Rdf289c6c75aa4e1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4FA01F-C0B0-4202-A360-B8F39A94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94AE9-5AF3-4813-83F4-65FD85AC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33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A0A55-AD28-4B14-9CE3-9D45AA60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335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200" b="0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0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97766-7F4B-41C2-97D3-1CA8CFA3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极简Todo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2A240-B315-4039-A9C6-780425C1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990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86868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macOS 原生待办清单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9F0B3-4EC8-49CE-A3AB-0825489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黑白极简 · 专注当下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0731A-3653-4D84-AB73-B09E680D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DDC30-8AFC-4835-9BC4-37677EC5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198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8484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项目汇报  ·  2026</a:t>
            </a:r>
          </a:p>
        </p:txBody>
      </p:sp>
    </p:spTree>
    <p:extLst>
      <p:ext uri="{BB962C8B-B14F-4D97-AF65-F5344CB8AC3E}">
        <p14:creationId xmlns:p14="http://schemas.microsoft.com/office/powerpoint/2010/main" val="1308213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2965D-89A2-45EB-80D8-C967D360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8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A84FF"/>
                </a:solidFill>
                <a:latin typeface="Aptos"/>
                <a:ea typeface="Aptos"/>
                <a:cs typeface="Aptos"/>
              </a:rPr>
              <a:t>概述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A4E44-1772-4FB2-B73A-D9F579F5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477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rPr>
              <a:t>什么是极简Todo？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E6EF5-49EC-4978-B6DF-C3EF2804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533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一款面向 macOS 用户的本地待办清单工具，</a:t>
            </a:r>
          </a:p>
          <a:p xmlns:a="http://schemas.openxmlformats.org/drawingml/2006/main">
            <a:pPr algn="l">
              <a:defRPr sz="1500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秉承 Apple 设计哲学，追求极致的简洁与专注。</a:t>
            </a:r>
          </a:p>
        </p:txBody>
      </p:sp>
      <p:sp>
        <p:nvSpPr>
          <p:cNvPr id="4" name="card-bg-0">
            <a:extLst xmlns:a="http://schemas.openxmlformats.org/drawingml/2006/main">
              <a:ext uri="{FF2B5EF4-FFF2-40B4-BE49-F238E27FC236}">
                <a16:creationId xmlns:a16="http://schemas.microsoft.com/office/drawing/2014/main" id="{8CFBD847-8E31-4C27-AE1D-F6B152D9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BAE76-188E-4381-8408-3D339EB9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248FF-B302-4A99-B839-B65E08A0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外部依赖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44AAF-DF0C-4890-BD29-EFB69AAC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纯 Python 标准库</a:t>
            </a:r>
          </a:p>
        </p:txBody>
      </p:sp>
      <p:sp>
        <p:nvSpPr>
          <p:cNvPr id="8" name="card-bg-1">
            <a:extLst xmlns:a="http://schemas.openxmlformats.org/drawingml/2006/main">
              <a:ext uri="{FF2B5EF4-FFF2-40B4-BE49-F238E27FC236}">
                <a16:creationId xmlns:a16="http://schemas.microsoft.com/office/drawing/2014/main" id="{A371F838-400D-4EBC-A7DA-79F2FFEE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F2658-6354-402A-9404-6E329C46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rPr>
              <a:t>~14KB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82C90-A167-46E9-B1E8-D275FC20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576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源代码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5136F-A17B-40F3-A444-45BE3777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极致轻量</a:t>
            </a:r>
          </a:p>
        </p:txBody>
      </p:sp>
      <p:sp>
        <p:nvSpPr>
          <p:cNvPr id="12" name="card-bg-2">
            <a:extLst xmlns:a="http://schemas.openxmlformats.org/drawingml/2006/main">
              <a:ext uri="{FF2B5EF4-FFF2-40B4-BE49-F238E27FC236}">
                <a16:creationId xmlns:a16="http://schemas.microsoft.com/office/drawing/2014/main" id="{621A87F8-1FA5-44B5-971D-C342A8BB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8CA9C-A62C-4643-97BF-58C427C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3850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F3AB9-B2C5-4E8F-A1B9-EE81EFE9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576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配色模式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E5A6E-82C1-45F6-AF0B-6F0A0AA5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深浅色自动切换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F5984-A233-45C8-893B-806CB0E3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BE188-9BE4-4E5F-BF20-B2385EE6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198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极简Todo  ·  项目汇报</a:t>
            </a:r>
          </a:p>
        </p:txBody>
      </p:sp>
    </p:spTree>
    <p:extLst>
      <p:ext uri="{BB962C8B-B14F-4D97-AF65-F5344CB8AC3E}">
        <p14:creationId xmlns:p14="http://schemas.microsoft.com/office/powerpoint/2010/main" val="7961289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FF3D72-89EB-4AFF-ABBC-9E1CF0E2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8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A84FF"/>
                </a:solidFill>
                <a:latin typeface="Aptos"/>
                <a:ea typeface="Aptos"/>
                <a:cs typeface="Aptos"/>
              </a:rPr>
              <a:t>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9E6B8-031F-4E30-9291-5B9C65E3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477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Apple 设计哲学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E9D32-32CE-47FB-A32C-13573723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81200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A4F79-D1AB-46CD-9997-B9223D7F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05000"/>
            <a:ext cx="438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黑白高级留白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C19B2-6098-4E34-9EB2-1BEBB1A0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纯净的黑白界面，</a:t>
            </a:r>
          </a:p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让内容成为唯一焦点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0EA6C-AFE8-44FD-8C67-6A7ACEDC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7EA36-2567-4E6D-9333-E9341DAD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438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SF Pro Display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CF604-38BA-4FF3-B765-0106F5E9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macOS 系统原生字体，</a:t>
            </a:r>
          </a:p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阅读体验自然流畅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D3593-928A-46DB-A153-6398EB65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C988B-3F6C-4250-B9E5-74816B60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438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深浅色双模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275FF-D045-43DC-B125-E878D377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自动跟随系统外观设置，</a:t>
            </a:r>
          </a:p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夜晚不刺眼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72802-CC24-4B6D-9BF1-00D8DFB9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78443-EC30-40DA-9384-3AC876B2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438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零干扰交互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0A9F1-7388-42C2-9282-8EE22426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无弹窗、无广告、无注册，</a:t>
            </a:r>
          </a:p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打开即用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5AD86-AD25-4E7A-BA5D-EFB604FF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8468A-3325-471D-B5FB-3C0ECC3E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198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8484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极简Todo  ·  项目汇报</a:t>
            </a:r>
          </a:p>
        </p:txBody>
      </p:sp>
    </p:spTree>
    <p:extLst>
      <p:ext uri="{BB962C8B-B14F-4D97-AF65-F5344CB8AC3E}">
        <p14:creationId xmlns:p14="http://schemas.microsoft.com/office/powerpoint/2010/main" val="1416415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509012-C497-4034-BAD0-E989E9DC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8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A84FF"/>
                </a:solidFill>
                <a:latin typeface="Aptos"/>
                <a:ea typeface="Aptos"/>
                <a:cs typeface="Aptos"/>
              </a:rPr>
              <a:t>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9F281-6C89-40C2-9C11-38950541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477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rPr>
              <a:t>技术栈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66456-E710-4FCC-AF7F-FEFC116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574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9E22A-D17C-4A88-B456-6AF93A42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6096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F61D4-A2F5-4938-9731-72BEDE39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A074D-4257-452D-97D9-74AA5894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57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UI 层  ·  tkinter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263C8-7F6F-44C2-A13E-3458D3C9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860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TaskRow 组件 · Canvas 滚动 · 输入框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48783-6CAE-43D9-B982-751856A6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9A659-B125-4894-9403-65AAB29D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6096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F901D-E103-4533-8EEE-0C48E58F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0CA11-47F4-474E-AF80-C9AE7A25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09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数据层  ·  JSON 文件存储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0200C-44BA-478D-9E47-60E92827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385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load_todos() · save_todos() · 本地持久化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E3CAD-71B8-48D4-8A56-20FAE648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24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95A4D-02D8-4372-A1FC-A87984B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6096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2FB05-A5E1-4A8C-98DC-5F16B505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1AA8C-6FCC-4E0F-9F72-07C1C593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62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系统层  ·  macOS 集成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9B81E-9D95-44CE-987B-1DBF31C8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910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深色模式检测 · 系统字体 · .app 打包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CD1A9-C5A5-4F23-92F7-E0898C68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DFEA9E-E61E-44EC-8B8C-7EBF7503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D158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30D158"/>
                </a:solidFill>
                <a:latin typeface="Aptos Mono"/>
                <a:ea typeface="Aptos Mono"/>
                <a:cs typeface="Aptos Mono"/>
              </a:rPr>
              <a:t>$ python3 todo_app.py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DEBAE-0BEA-4DD9-B155-2957BC55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DA29A-377A-4DC7-B342-51E4C7D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198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极简Todo  ·  项目汇报</a:t>
            </a:r>
          </a:p>
        </p:txBody>
      </p:sp>
    </p:spTree>
    <p:extLst>
      <p:ext uri="{BB962C8B-B14F-4D97-AF65-F5344CB8AC3E}">
        <p14:creationId xmlns:p14="http://schemas.microsoft.com/office/powerpoint/2010/main" val="8953701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23CDC7-6C79-496E-B769-F52DE883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8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A84FF"/>
                </a:solidFill>
                <a:latin typeface="Aptos"/>
                <a:ea typeface="Aptos"/>
                <a:cs typeface="Aptos"/>
              </a:rPr>
              <a:t>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0B39D-B299-4671-A01E-19D5AF43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477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三件事，做到极致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4FEE5-D5E2-4C9A-BBAA-A37A5773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9FDF7-12C3-486A-A91D-2973C195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002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C4908-AE33-4298-9B03-81B5B54D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新增任务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923E3-41A7-4261-A100-DB811657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输入框键入回车即添加</a:t>
            </a:r>
          </a:p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支持任意中文 · 自动记录时间戳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AC22C-5CCE-4E2D-8376-1900BB6D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D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85F37-C17A-4061-A39F-5C39E8A3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002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4A4D3-2966-436F-8110-1D6DEB19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勾选完成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B966B-9E1D-4063-B55E-6C481EE8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点击任务切换完成状态</a:t>
            </a:r>
          </a:p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应用删除线 · 实时更新计数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EC66D-7732-4F27-94C1-F881F1BB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673B4-C395-4076-9128-DA9E21F5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22E00-F507-46D4-80B1-E1097CB7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删除任务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DC713-106A-4EC6-A4AD-F5F3F182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悬停显示删除按钮</a:t>
            </a:r>
          </a:p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一键移除 · 即时同步磁盘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DE6AE-6B79-445C-9872-B4D2449D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所有数据存储在本地  ~/.local/share/todo_app/todos.json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DB7D3-C826-4DE0-844C-A015D181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FB8F3-601F-45C3-B817-3980E9D3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198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8484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极简Todo  ·  项目汇报</a:t>
            </a:r>
          </a:p>
        </p:txBody>
      </p:sp>
    </p:spTree>
    <p:extLst>
      <p:ext uri="{BB962C8B-B14F-4D97-AF65-F5344CB8AC3E}">
        <p14:creationId xmlns:p14="http://schemas.microsoft.com/office/powerpoint/2010/main" val="16008016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855FEC-7ACB-4247-A5D1-E1562B59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8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A84FF"/>
                </a:solidFill>
                <a:latin typeface="Aptos"/>
                <a:ea typeface="Aptos"/>
                <a:cs typeface="Aptos"/>
              </a:rPr>
              <a:t>分发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FA0EE-23E8-4A60-AFDF-B0A4797F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477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rPr>
              <a:t>从源码到 .dmg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65100-E669-400C-82B4-93BA9BFE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533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F5919-7CFE-49D9-9C11-563EE20E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526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todo_app.py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F9E66-1039-45A9-B97E-5650C7F3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405 行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D5BBD-1A3F-4450-993C-C99C4AB1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71108-10CD-41C3-988C-559C0AAF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E0E18-4899-4432-A8FA-CC1C887A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336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A6D43-CDC1-4F2E-A2AE-6405B44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533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D945F-A4CA-48A5-A9AE-C5A3419C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PyInstaller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4FA46-DF95-47CA-935B-01BF772F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337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打包为独立可执行文件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28013-8387-40FD-A110-D584E181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AF74C-8FAD-4D03-8C2F-47EED437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11661-5125-44B6-A93B-A21DC77F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861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38418-D5DC-4163-8603-5F9CECBC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533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73A15-6683-4977-BC3E-DBEF78C1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576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极简Todo.app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B5BC9-7E3E-4550-B069-2F6E8915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macOS 原生应用包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21A74-29EC-4EF0-87B3-5EF6DFE8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7BAAD-E410-4D36-A78E-271AEC54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F4FCF5-7503-4D41-82CC-079A63BD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386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E8073-4293-4921-BC7D-9A872415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53000"/>
            <a:ext cx="533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EBAA4-3EF1-4FA7-A020-5CB350DB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10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极简Todo.dmg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AF278-9936-4827-A03A-3D99DB2A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387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6.5 MB 磁盘映像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33B75-0F4A-4D1C-B32A-505B3D02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593A2-463B-4A75-B90D-F38BB395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53035-D3AE-4941-8DE5-BE678B75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624310-640B-435B-AEB6-36E49FAE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198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极简Todo  ·  项目汇报</a:t>
            </a:r>
          </a:p>
        </p:txBody>
      </p:sp>
    </p:spTree>
    <p:extLst>
      <p:ext uri="{BB962C8B-B14F-4D97-AF65-F5344CB8AC3E}">
        <p14:creationId xmlns:p14="http://schemas.microsoft.com/office/powerpoint/2010/main" val="16915248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83CAC2-630E-40F4-BE51-82CFD3A6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3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6D7BC-1068-4068-BA28-AE5B8DCA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33500"/>
            <a:ext cx="190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0" b="0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6000" b="0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B7970-9429-48CB-9C94-B136C53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谢谢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D4EE8-CA59-4D03-A14F-B2FD7648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86868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 &amp;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6E6F2-676E-42AF-B4AF-ED4B5E3D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4C888-8748-40B0-AB84-A7EE0868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198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8484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极简Todo  ·  项目汇报</a:t>
            </a:r>
          </a:p>
        </p:txBody>
      </p:sp>
    </p:spTree>
    <p:extLst>
      <p:ext uri="{BB962C8B-B14F-4D97-AF65-F5344CB8AC3E}">
        <p14:creationId xmlns:p14="http://schemas.microsoft.com/office/powerpoint/2010/main" val="591061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2026-06-08T11:51:22.3740000Z</dcterms:created>
  <dcterms:modified xsi:type="dcterms:W3CDTF">2026-06-08T11:51:22.3740000Z</dcterms:modified>
</coreProperties>
</file>